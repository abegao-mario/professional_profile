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47651-DC2D-4076-994C-C647AEC42D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37F305-22C0-44AD-A207-62AE8F0F55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CB8C47-A99A-44EB-890D-8E52CBE833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62440C-7E3B-4DDB-8D6E-02FF86A456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F05D6C-1CC0-4A81-9CD0-68358A3BB6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981B9C-1346-4F4F-9E11-B10C98E38C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502DF0-F831-4AFE-9C63-B034027AB8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1A13C9-5496-4750-8F21-3EE9A6EE8D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7D041-5DAB-47B2-B626-567F91001B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50AAA7-3DB7-44F6-96FF-7D1F464355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AC5AFC-A2D4-4BE3-A41B-61C9F2B86E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047298-3B62-4D5A-86DA-0D26720C2F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97FF23-AF5C-4B73-84A0-58C3E43A6F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82BA14-A26C-4890-8DA5-830A530883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959B91-A632-4A71-959C-C682F8BD59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EC9F67-4941-4867-8CCC-034C0B21A5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6EE065-24FE-480D-BD17-4D13B86EF1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07A455-8D96-4B43-970F-1A8B8FE950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7C733F-B297-4428-9766-E4BC4D94CD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8921ED-5926-4B3E-BEE3-90FC3A99EF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0A1F48-0DB6-4A4C-A597-5A975C28B7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AF632C-2883-4DA7-BA35-A0AE9D3FB2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B1AF5D-8E14-44F7-8477-D2CF77D155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39902F-82AC-42B7-B2AB-D0D5C1000D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373420B-23B2-4216-B07B-29B01E4FD8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D6BB7C2-EC4E-4DAA-AC3E-4B890747BD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84A8FE8-F72F-4B5C-B9A7-2F378DAF20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90AE47-B83E-4E20-A783-EFD787256C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CDAAAD-C0B0-4AE7-BC1D-6CA098CD26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7F70B3B-7AF4-43E7-A94A-3F4D1E2F34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131C126-204A-4E40-9A94-0F495334F8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601DA0B-E10A-4C53-BD24-043A8F9981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C6935C8-0988-4617-AE97-3EEEECB64C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5C082DA-5436-406C-842C-C5D04585DB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B525685-9B60-4D2D-8C26-A2DE71CD5F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C9F9F94-1FA4-4EAB-99C0-5E8B856BBA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47D4CAF-6874-481F-93F5-E1F6AE2555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FC0C623-53E8-4080-B9CC-BD7C10F07D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B1DBEAF-05D9-4AAE-A78B-D6E8AD160E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F96DAE4-A6F0-43B2-9C9D-F7D4953292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50FD5CD-519C-4155-8363-0583D37751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810000"/>
            <a:ext cx="9071640" cy="60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503F047-D352-4C81-82E6-C036A0FE6B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8A41863-6298-42CC-8AC7-3160293D61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2F2B926-F33A-490F-B46F-2AE8C74796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B2E8AF1-FA39-4374-8194-60C03EA85C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814920"/>
            <a:ext cx="907164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3D04FA4-7F37-4EA6-B235-65D2D00471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237600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3814920"/>
            <a:ext cx="442692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333887-3371-43D2-BDC0-7C5E959D43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20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8040" y="237600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20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8040" y="3814920"/>
            <a:ext cx="2920680" cy="13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9E51FBC-4095-43A3-89CB-121612578E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BC98BFBC-8490-4FD5-B731-76E78617C199}" type="slidenum">
              <a:rPr b="0" lang="pt-BR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448BB84F-90B9-4F73-8D1C-02A7649978FC}" type="slidenum">
              <a:rPr b="0" lang="pt-BR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pt-BR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7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8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9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D864EA91-AF10-445A-9F28-C10AEC5C9C19}" type="slidenum">
              <a:rPr b="0" lang="pt-BR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D111CFC1-24E3-4F0D-87CB-375CB110C4EE}" type="slidenum">
              <a:rPr b="0" lang="pt-BR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Steering Committee Meeting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Sep/2025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60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Planned x Executed: 45% x 30% (   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Explanation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060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Certification phase required 2 additional weeks to be completed.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Reason: Bank manage Pin offset in a non standard that required an </a:t>
            </a: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enhancement in software.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Corrective Action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UAT deployment will be shortened from 3 weeks to 2 weeks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PR/DR environment will be deployed in parallel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06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Schedule Review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580000" y="1440000"/>
            <a:ext cx="180000" cy="180000"/>
          </a:xfrm>
          <a:prstGeom prst="rect">
            <a:avLst/>
          </a:prstGeom>
          <a:solidFill>
            <a:srgbClr val="ffff00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431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Key Management / Exportation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1" lang="en-US" sz="1800" spc="-1" strike="noStrike">
                <a:solidFill>
                  <a:srgbClr val="c9211e"/>
                </a:solidFill>
                <a:latin typeface="Arial"/>
              </a:rPr>
              <a:t>Issue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 Delay noted for productive keys.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1" lang="en-US" sz="1800" spc="-1" strike="noStrike">
                <a:solidFill>
                  <a:srgbClr val="c9211e"/>
                </a:solidFill>
                <a:latin typeface="Arial"/>
              </a:rPr>
              <a:t>Action Required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 Bank needs to align with internal custodians and execute the exportation.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1" lang="en-US" sz="1800" spc="-1" strike="noStrike">
                <a:solidFill>
                  <a:srgbClr val="c9211e"/>
                </a:solidFill>
                <a:latin typeface="Arial"/>
              </a:rPr>
              <a:t>Target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 15/10/2025.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Virtual Card Feature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1" lang="en-US" sz="1800" spc="-1" strike="noStrike">
                <a:solidFill>
                  <a:srgbClr val="2a6099"/>
                </a:solidFill>
                <a:latin typeface="Arial"/>
              </a:rPr>
              <a:t>Opportunity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 New platform allow virtual card issuance without additional costs to bank.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1" lang="en-US" sz="1800" spc="-1" strike="noStrike">
                <a:solidFill>
                  <a:srgbClr val="2a6099"/>
                </a:solidFill>
                <a:latin typeface="Arial"/>
              </a:rPr>
              <a:t>Action Required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 Bank needs to discuss and align the opportunity with internal team, specially product and operation.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1" lang="en-US" sz="1800" spc="-1" strike="noStrike">
                <a:solidFill>
                  <a:srgbClr val="2a6099"/>
                </a:solidFill>
                <a:latin typeface="Arial"/>
              </a:rPr>
              <a:t>Suggestion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 Implementing virtual cards right now will give competitive advantage to bank and it can start a program like “Virtual First” where customer can start buying as of day 1.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1" lang="en-US" sz="1800" spc="-1" strike="noStrike">
                <a:solidFill>
                  <a:srgbClr val="c9211e"/>
                </a:solidFill>
                <a:latin typeface="Arial"/>
              </a:rPr>
              <a:t>Target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 15/12/2025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06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Risks Control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/>
          </p:nvPr>
        </p:nvSpPr>
        <p:spPr>
          <a:xfrm>
            <a:off x="504000" y="1558080"/>
            <a:ext cx="9071640" cy="176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New feature for Pin offset will not generate additional costs and will be absorbed by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our company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 far none additional Change Request mapped.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06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Changes and Costs Review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/>
          </p:nvPr>
        </p:nvSpPr>
        <p:spPr>
          <a:xfrm>
            <a:off x="504000" y="1789920"/>
            <a:ext cx="9071640" cy="176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Two additional QA Engineer added into project and will work partial time. The goal is to speed up Pin offset testing. After that these resources will be relocated.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06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General Topics / Queries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294920" y="210564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Thank you!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2026-02-13T11:10:08Z</dcterms:created>
  <dc:creator/>
  <dc:description/>
  <dc:language>en-US</dc:language>
  <cp:lastModifiedBy/>
  <dcterms:modified xsi:type="dcterms:W3CDTF">2026-02-13T12:11:14Z</dcterms:modified>
  <cp:revision>7</cp:revision>
  <dc:subject/>
  <dc:title>Blueprint Plans</dc:title>
</cp:coreProperties>
</file>